
<file path=[Content_Types].xml><?xml version="1.0" encoding="utf-8"?>
<Types xmlns="http://schemas.openxmlformats.org/package/2006/content-types">
  <Default Extension="png" ContentType="image/png"/>
  <Default Extension="mp3" ContentType="audio/unknown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u="sng"/>
            </a:pPr>
            <a:r>
              <a:rPr lang="en-US" u="sng" dirty="0" smtClean="0"/>
              <a:t>Distribution</a:t>
            </a:r>
            <a:r>
              <a:rPr lang="en-US" u="sng" baseline="0" dirty="0" smtClean="0"/>
              <a:t> of Cyber security Threats</a:t>
            </a:r>
            <a:endParaRPr lang="en-US" u="sng" dirty="0"/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Malware</c:v>
                </c:pt>
                <c:pt idx="1">
                  <c:v>Phishing</c:v>
                </c:pt>
                <c:pt idx="2">
                  <c:v>DDoS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31/08/2025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Cyber security</a:t>
            </a:r>
            <a:r>
              <a:rPr dirty="0"/>
              <a:t>: Protecting the </a:t>
            </a:r>
            <a:r>
              <a:rPr dirty="0" smtClean="0"/>
              <a:t>Digital World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Stay Safe, Stay Secure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472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mtClean="0"/>
              <a:t>By: FALAQ IQBAL(25CABSA558)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112" y="726186"/>
            <a:ext cx="6126480" cy="3096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 advTm="742">
        <p14:glitter pattern="hexagon"/>
      </p:transition>
    </mc:Choice>
    <mc:Fallback>
      <p:transition spd="slow" advTm="742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What is </a:t>
            </a:r>
            <a:r>
              <a:rPr b="1" u="sng" dirty="0" smtClean="0"/>
              <a:t>Cyber</a:t>
            </a:r>
            <a:r>
              <a:rPr lang="en-US" b="1" u="sng" dirty="0" smtClean="0"/>
              <a:t> </a:t>
            </a:r>
            <a:r>
              <a:rPr b="1" u="sng" dirty="0" smtClean="0"/>
              <a:t>security</a:t>
            </a:r>
            <a:r>
              <a:rPr b="1" u="sng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/>
              <a:t>• Protection of systems, networks, and data</a:t>
            </a:r>
          </a:p>
          <a:p>
            <a:r>
              <a:rPr dirty="0"/>
              <a:t>• Prevents cyber-attacks and data breaches</a:t>
            </a:r>
          </a:p>
          <a:p>
            <a:r>
              <a:rPr dirty="0"/>
              <a:t>• Essential for individuals, businesses, and governments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4237">
        <p:fade/>
      </p:transition>
    </mc:Choice>
    <mc:Fallback>
      <p:transition spd="med" advTm="42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9787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u="sng" dirty="0"/>
              <a:t>Types of Cyber Threats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t>Threat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Malware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Viruses, Ransomware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loss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Phishing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Fake emails/websites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Identity theft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DDoS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Overloaded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Service disruption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066892602"/>
              </p:ext>
            </p:extLst>
          </p:nvPr>
        </p:nvGraphicFramePr>
        <p:xfrm>
          <a:off x="2228088" y="3730752"/>
          <a:ext cx="4236720" cy="2608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959">
        <p:fade/>
      </p:transition>
    </mc:Choice>
    <mc:Fallback>
      <p:transition spd="med" advTm="395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 smtClean="0"/>
              <a:t>Cyber</a:t>
            </a:r>
            <a:r>
              <a:rPr lang="en-US" b="1" u="sng" dirty="0" smtClean="0"/>
              <a:t> </a:t>
            </a:r>
            <a:r>
              <a:rPr b="1" u="sng" dirty="0" smtClean="0"/>
              <a:t>security </a:t>
            </a:r>
            <a:r>
              <a:rPr b="1" u="sng" dirty="0"/>
              <a:t>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300% increase in cybercrime since 2015</a:t>
            </a:r>
          </a:p>
          <a:p>
            <a:r>
              <a:t>• Billions lost annually to cyber-attacks</a:t>
            </a:r>
          </a:p>
          <a:p>
            <a:r>
              <a:t>• 90% of breaches caused by human error</a:t>
            </a:r>
          </a:p>
        </p:txBody>
      </p:sp>
      <p:pic>
        <p:nvPicPr>
          <p:cNvPr id="4" name="Picture 3" descr="cyber_attack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3438144"/>
            <a:ext cx="3657600" cy="274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4662">
        <p:fade/>
      </p:transition>
    </mc:Choice>
    <mc:Fallback>
      <p:transition spd="med" advTm="4662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Best Practices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/>
              <a:t>• Use strong passwords &amp; two-factor authentication</a:t>
            </a:r>
          </a:p>
          <a:p>
            <a:r>
              <a:rPr dirty="0"/>
              <a:t>• Keep software updated</a:t>
            </a:r>
          </a:p>
          <a:p>
            <a:r>
              <a:rPr dirty="0"/>
              <a:t>• Avoid suspicious links/emails</a:t>
            </a:r>
          </a:p>
          <a:p>
            <a:r>
              <a:rPr dirty="0"/>
              <a:t>• Educate employees &amp;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0000FF"/>
                </a:solidFill>
              </a:rPr>
              <a:t>Learn more at CISA: https://www.cisa.gov</a:t>
            </a:r>
          </a:p>
        </p:txBody>
      </p:sp>
      <p:pic>
        <p:nvPicPr>
          <p:cNvPr id="5" name="audio thank u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14109" y="6186488"/>
            <a:ext cx="487363" cy="48736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763">
        <p:fade/>
      </p:transition>
    </mc:Choice>
    <mc:Fallback>
      <p:transition spd="med" advTm="576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336" objId="5"/>
        <p14:stopEvt time="4457" objId="5"/>
      </p14:showEvt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96</TotalTime>
  <Words>134</Words>
  <Application>Microsoft Office PowerPoint</Application>
  <PresentationFormat>On-screen Show (4:3)</PresentationFormat>
  <Paragraphs>31</Paragraphs>
  <Slides>5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Oriel</vt:lpstr>
      <vt:lpstr>Cyber security: Protecting the Digital World</vt:lpstr>
      <vt:lpstr>What is Cyber security?</vt:lpstr>
      <vt:lpstr>PowerPoint Presentation</vt:lpstr>
      <vt:lpstr>Cyber security Statistics</vt:lpstr>
      <vt:lpstr>Best Practices &amp; 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security: Protecting the Digital World</dc:title>
  <dc:creator>A.I</dc:creator>
  <dc:description>generated using python-pptx</dc:description>
  <cp:lastModifiedBy>Dell</cp:lastModifiedBy>
  <cp:revision>8</cp:revision>
  <dcterms:created xsi:type="dcterms:W3CDTF">2013-01-27T09:14:16Z</dcterms:created>
  <dcterms:modified xsi:type="dcterms:W3CDTF">2025-08-31T16:09:03Z</dcterms:modified>
</cp:coreProperties>
</file>